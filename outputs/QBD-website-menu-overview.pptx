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d6a9716dad34e46" /><Relationship Type="http://schemas.openxmlformats.org/officeDocument/2006/relationships/extended-properties" Target="/docProps/app.xml" Id="R71a99ae1fc2848fe" /><Relationship Type="http://schemas.openxmlformats.org/officeDocument/2006/relationships/officeDocument" Target="/ppt/presentation.xml" Id="Rcd6a58c3f2534db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f20c192442431c"/>
  </p:sldMasterIdLst>
  <p:notesMasterIdLst>
    <p:notesMasterId xmlns:r="http://schemas.openxmlformats.org/officeDocument/2006/relationships" r:id="R1f9faa0e6aec4bf7"/>
  </p:notesMasterIdLst>
  <p:sldIdLst>
    <p:sldId xmlns:r="http://schemas.openxmlformats.org/officeDocument/2006/relationships" id="256" r:id="Rb5e4ce91876c4091"/>
    <p:sldId xmlns:r="http://schemas.openxmlformats.org/officeDocument/2006/relationships" id="257" r:id="R25136ff8e8c9441b"/>
    <p:sldId xmlns:r="http://schemas.openxmlformats.org/officeDocument/2006/relationships" id="258" r:id="R4dffd0d5fa1a4ba2"/>
    <p:sldId xmlns:r="http://schemas.openxmlformats.org/officeDocument/2006/relationships" id="259" r:id="Rae5582ad43ab4b05"/>
    <p:sldId xmlns:r="http://schemas.openxmlformats.org/officeDocument/2006/relationships" id="260" r:id="Rcbc8af5844e44565"/>
    <p:sldId xmlns:r="http://schemas.openxmlformats.org/officeDocument/2006/relationships" id="261" r:id="Ra562be7c240944c1"/>
    <p:sldId xmlns:r="http://schemas.openxmlformats.org/officeDocument/2006/relationships" id="262" r:id="R3d25e3015bd149ee"/>
    <p:sldId xmlns:r="http://schemas.openxmlformats.org/officeDocument/2006/relationships" id="263" r:id="R4d78ce6194ef4aae"/>
    <p:sldId xmlns:r="http://schemas.openxmlformats.org/officeDocument/2006/relationships" id="264" r:id="R2cce59f96a704e0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e842d3c650b4344" /><Relationship Type="http://schemas.openxmlformats.org/officeDocument/2006/relationships/slideMaster" Target="/ppt/slideMasters/slideMaster1.xml" Id="R07f20c192442431c" /><Relationship Type="http://schemas.openxmlformats.org/officeDocument/2006/relationships/notesMaster" Target="/ppt/notesMasters/notesMaster1.xml" Id="R1f9faa0e6aec4bf7" /><Relationship Type="http://schemas.openxmlformats.org/officeDocument/2006/relationships/presProps" Target="/ppt/presProps.xml" Id="Rcb7f572d8915497d" /><Relationship Type="http://schemas.openxmlformats.org/officeDocument/2006/relationships/tableStyles" Target="/ppt/tableStyles.xml" Id="R113289fae9da4fcb" /><Relationship Type="http://schemas.openxmlformats.org/officeDocument/2006/relationships/slide" Target="/ppt/slides/slide1.xml" Id="Rb5e4ce91876c4091" /><Relationship Type="http://schemas.openxmlformats.org/officeDocument/2006/relationships/slide" Target="/ppt/slides/slide2.xml" Id="R25136ff8e8c9441b" /><Relationship Type="http://schemas.openxmlformats.org/officeDocument/2006/relationships/slide" Target="/ppt/slides/slide3.xml" Id="R4dffd0d5fa1a4ba2" /><Relationship Type="http://schemas.openxmlformats.org/officeDocument/2006/relationships/slide" Target="/ppt/slides/slide4.xml" Id="Rae5582ad43ab4b05" /><Relationship Type="http://schemas.openxmlformats.org/officeDocument/2006/relationships/slide" Target="/ppt/slides/slide5.xml" Id="Rcbc8af5844e44565" /><Relationship Type="http://schemas.openxmlformats.org/officeDocument/2006/relationships/slide" Target="/ppt/slides/slide6.xml" Id="Ra562be7c240944c1" /><Relationship Type="http://schemas.openxmlformats.org/officeDocument/2006/relationships/slide" Target="/ppt/slides/slide7.xml" Id="R3d25e3015bd149ee" /><Relationship Type="http://schemas.openxmlformats.org/officeDocument/2006/relationships/slide" Target="/ppt/slides/slide8.xml" Id="R4d78ce6194ef4aae" /><Relationship Type="http://schemas.openxmlformats.org/officeDocument/2006/relationships/slide" Target="/ppt/slides/slide9.xml" Id="R2cce59f96a704e0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6ea85969f146f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9e3d0ee201049c6" /><Relationship Type="http://schemas.openxmlformats.org/officeDocument/2006/relationships/notesMaster" Target="/ppt/notesMasters/notesMaster1.xml" Id="R9577932412be49e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65cbb60f43c41c9" /><Relationship Type="http://schemas.openxmlformats.org/officeDocument/2006/relationships/notesMaster" Target="/ppt/notesMasters/notesMaster1.xml" Id="R88ca6c231008457d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9c1614bffc24c30" /><Relationship Type="http://schemas.openxmlformats.org/officeDocument/2006/relationships/notesMaster" Target="/ppt/notesMasters/notesMaster1.xml" Id="Rac0de64451ae40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80488773a948ec" /><Relationship Type="http://schemas.openxmlformats.org/officeDocument/2006/relationships/notesMaster" Target="/ppt/notesMasters/notesMaster1.xml" Id="R78a1c813cc824ae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2d14df2854e414f" /><Relationship Type="http://schemas.openxmlformats.org/officeDocument/2006/relationships/notesMaster" Target="/ppt/notesMasters/notesMaster1.xml" Id="R67ef3cb86a8a49d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84a25e54e9a4b29" /><Relationship Type="http://schemas.openxmlformats.org/officeDocument/2006/relationships/notesMaster" Target="/ppt/notesMasters/notesMaster1.xml" Id="Rdbbc0d0d4b994f7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5e1780ee2174d84" /><Relationship Type="http://schemas.openxmlformats.org/officeDocument/2006/relationships/notesMaster" Target="/ppt/notesMasters/notesMaster1.xml" Id="R6f021441876142d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6b633a0e574e15" /><Relationship Type="http://schemas.openxmlformats.org/officeDocument/2006/relationships/notesMaster" Target="/ppt/notesMasters/notesMaster1.xml" Id="Rdb7fa2a265794ba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f116ea048504e8f" /><Relationship Type="http://schemas.openxmlformats.org/officeDocument/2006/relationships/notesMaster" Target="/ppt/notesMasters/notesMaster1.xml" Id="Ra4530c2ea2254d2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523c4749387468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b7f54aa906a4ff8" /><Relationship Type="http://schemas.openxmlformats.org/officeDocument/2006/relationships/slideLayout" Target="/ppt/slideLayouts/slideLayout1.xml" Id="Rf70fd05f3a2545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70fd05f3a2545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9a558d7507487f" /><Relationship Type="http://schemas.openxmlformats.org/officeDocument/2006/relationships/notesSlide" Target="/ppt/notesSlides/notesSlide1.xml" Id="R4c921ad67f004b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2fd04935e34af2" /><Relationship Type="http://schemas.openxmlformats.org/officeDocument/2006/relationships/notesSlide" Target="/ppt/notesSlides/notesSlide2.xml" Id="R41829f57e4cf44d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e9f54fb4b68455c" /><Relationship Type="http://schemas.openxmlformats.org/officeDocument/2006/relationships/notesSlide" Target="/ppt/notesSlides/notesSlide3.xml" Id="R30b1cb085c0c421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c835a0f0794762" /><Relationship Type="http://schemas.openxmlformats.org/officeDocument/2006/relationships/notesSlide" Target="/ppt/notesSlides/notesSlide4.xml" Id="R4a79032f4a3b4e1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ed85f1760b43f5" /><Relationship Type="http://schemas.openxmlformats.org/officeDocument/2006/relationships/notesSlide" Target="/ppt/notesSlides/notesSlide5.xml" Id="R8337f1a820ab489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2edfff7e3d4fb0" /><Relationship Type="http://schemas.openxmlformats.org/officeDocument/2006/relationships/notesSlide" Target="/ppt/notesSlides/notesSlide6.xml" Id="R7225586a3da94e67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a8b912ab8d4123" /><Relationship Type="http://schemas.openxmlformats.org/officeDocument/2006/relationships/notesSlide" Target="/ppt/notesSlides/notesSlide7.xml" Id="Ra41a123482304be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e2153a21204647" /><Relationship Type="http://schemas.openxmlformats.org/officeDocument/2006/relationships/notesSlide" Target="/ppt/notesSlides/notesSlide8.xml" Id="R0e799d5169c64bb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d24665755c426d" /><Relationship Type="http://schemas.openxmlformats.org/officeDocument/2006/relationships/notesSlide" Target="/ppt/notesSlides/notesSlide9.xml" Id="R20ac891010d047b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9FCE58-2666-4D14-9A89-CF8A15B0C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BB2579-D87D-4D69-9AB7-91B9AE11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4B853E-9E49-4446-AFF5-CCBA41427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713B26-E542-437F-95F8-665C3EE9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6837DF-FD11-473D-9866-A8F402D69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50E855-C9C1-4B91-9971-3984AC007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C432B6-3513-4257-BD12-018025C9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CE8619-C39E-43D1-9DC2-14A4325F0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114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汇报版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D9D318-B78F-48A7-A282-7B83303B2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57400"/>
            <a:ext cx="619125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QBD 官网菜单与</a:t>
            </a:r>
          </a:p>
          <a:p xmlns:a="http://schemas.openxmlformats.org/drawingml/2006/main">
            <a:pPr>
              <a:defRPr sz="420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420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展示内容总览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44321C-A792-4015-BDB0-C688F037C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86200"/>
            <a:ext cx="609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800">
                <a:solidFill>
                  <a:srgbClr val="293244"/>
                </a:solidFill>
                <a:latin typeface="Aptos"/>
                <a:ea typeface="Aptos"/>
                <a:cs typeface="Aptos"/>
              </a:rPr>
              <a:t>Website Information Architecture Overview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15DE4A-3BE2-4724-AC0E-736922101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6096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基于当前 8 张页面设计图整理，用于说明官网栏目结构和每个菜单下的展示内容。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F1B82C-467B-4823-ADE5-D30BD1A4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57350"/>
            <a:ext cx="3143250" cy="3143250"/>
          </a:xfrm>
          <a:prstGeom xmlns:a="http://schemas.openxmlformats.org/drawingml/2006/main" prst="roundRect">
            <a:avLst>
              <a:gd name="adj" fmla="val 4848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A626BCA-5A68-4322-8FAA-06A13931A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76450"/>
            <a:ext cx="1047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54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5A7AB8-38EF-4B58-A3FB-00FA7E15A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93370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Main Menus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D1D0FC-C717-4BAB-863A-020D5D374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524250"/>
            <a:ext cx="2190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EAF8F0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8F0"/>
                </a:solidFill>
                <a:latin typeface="Aptos"/>
                <a:ea typeface="Aptos"/>
                <a:cs typeface="Aptos"/>
              </a:rPr>
              <a:t>8 page designs</a:t>
            </a:r>
          </a:p>
          <a:p xmlns:a="http://schemas.openxmlformats.org/drawingml/2006/main">
            <a:pPr>
              <a:defRPr sz="1575">
                <a:solidFill>
                  <a:srgbClr val="EAF8F0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8F0"/>
                </a:solidFill>
                <a:latin typeface="Aptos"/>
                <a:ea typeface="Aptos"/>
                <a:cs typeface="Aptos"/>
              </a:rPr>
              <a:t>Bilingual website</a:t>
            </a:r>
          </a:p>
          <a:p xmlns:a="http://schemas.openxmlformats.org/drawingml/2006/main">
            <a:pPr>
              <a:defRPr sz="1575">
                <a:solidFill>
                  <a:srgbClr val="EAF8F0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EAF8F0"/>
                </a:solidFill>
                <a:latin typeface="Aptos"/>
                <a:ea typeface="Aptos"/>
                <a:cs typeface="Aptos"/>
              </a:rPr>
              <a:t>PC · Tablet · Mobile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F9FB54-A1D2-4E78-B6FD-9A456B84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A302D3-3A8B-4BA6-9A66-681335E3D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04855087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8D02DD-02DC-49FD-917C-C49F90F6B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243E73-22F8-4FC2-A1AB-A60E3FC42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27ABE8-CBCB-4849-80C8-0A1493BD6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706E5A-D760-4DE9-A812-03C72EA1F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E21D22-2F6E-4AB7-BDFE-148D08A31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290AEAA-5340-4E76-90E7-9AE145DCD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9A0F77-9BFC-4BDA-9B3E-6D1DC1573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108A8D-8094-4FB8-820F-C6E4F618B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TOP NAVIGATION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C09D14-BA6D-4758-8C0E-222DA2AEF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顶部菜单导航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049EC6-1A28-4AA5-9161-6E3519C6F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20980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网站以 7 个主菜单承接全部页面内容，并提供中英文语言切换。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AB5C0C-756C-443F-8D5C-FC9010F0F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A09D11-33A4-4718-9B96-0BE446052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60983-AD2B-4E9F-A555-A993FFB6D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Home / 首页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42DEC4-A665-462D-BD6E-F87B3B4C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1432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9FF4033-9A1C-4E43-97F8-A32BAB681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60A735-EAD5-4849-9F4A-B35A1329D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About Us / 关于我们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B1D673A-7B4E-40AB-B07D-A9DAAE795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1432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24E684-97BA-430B-B6F4-F182B8DF9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3B07DC2-148C-4014-92F8-95FF477FE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Technology / 技术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290F52-7E6E-45E0-B8AB-F29474AC5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4325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D19ADB-EA7D-40A3-94AC-9990D5CFA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31470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327BFE-2622-4C1A-BB95-EF4AE8FCA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333375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Traits / 特征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539B708-E891-45BD-B0BB-63C244C01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815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77C732D-8AF4-4140-B484-E22A04AC4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F950354-9AD3-40CF-9021-0CFB70D11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572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Founding Team / 创始团队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04115-1C54-410E-B131-7D9134A1A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3815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3D97913-0A19-47A2-B5E4-7DBCA294F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22CB4-4410-4CCF-8181-0083583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4572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News &amp; Research / 新闻与研究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B5855F-FFDF-4656-AC57-F6D613E2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815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7664237-483C-4891-8916-DE0AA113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02E218C-4922-426C-A205-8AEF50D64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72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Contact Us / 联系我们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EC6705-5551-4008-9C94-2264CA5EF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4381500"/>
            <a:ext cx="238125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E8F4EE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2AA3AA3-915E-4212-86C5-FF0B4C1D3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552950"/>
            <a:ext cx="4000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B9294FB-6924-457F-B915-DA04764F7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4050" y="4572000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10172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10172F"/>
                </a:solidFill>
                <a:latin typeface="Aptos"/>
                <a:ea typeface="Aptos"/>
                <a:cs typeface="Aptos"/>
              </a:rPr>
              <a:t>EN · 中文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3AA55C-CEBA-4967-ABAF-A82D0AE67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098928-1167-4509-8BF7-5E2BF92F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9134792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155BB6-9284-4E67-A858-75503DF5D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04D51-B4A1-4650-958E-B662ADDEC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48E720-2523-419D-B474-2C0C65BB7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8B1F56-B20B-446D-A175-78B5D37B5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F3653C-6541-4837-B656-F85826DCF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493B2C-8E07-4CE6-A65D-F7A464189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3D79A65-AAC6-4389-95A8-10B0379AD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3358F7-CC3E-4CD5-B994-ED40B964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MENU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535824-8911-4665-8682-C2D9B2444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Home / 首页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C9459-7CBB-4DF1-974F-8C44E5CC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集中展示品牌定位、核心实力、技术入口和新闻动态。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922AD5-4C58-4A8D-9D76-5F01793FE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EA4BAA-300C-4BA1-9D54-677E6CE2B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D9371-A58C-4E28-BF04-CCC3F4BBF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EFF07-4D1E-4399-83D2-0F9DAA872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品牌首屏介绍：品牌主张、农业转化方向、技术与关于我们入口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E26EE1-492E-4510-8485-A1D5630B9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04E5823-EBA1-4D13-8264-EE874FE1C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1A5939-7DDD-4D63-8244-A1BAD31F6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创始人 / 领导团队：3 位核心成员、职位、简介与 Learn More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632507D-6A20-49B5-829A-BE727E566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27227-E9EF-489A-B1F9-DD7FD177C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7F4947D-F165-4077-AA3C-960EB9D9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Innovation at QBD：证书、作物覆盖、全球布局、科研与法规能力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2156A9-ED87-4C4B-A8A5-8337596C1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E876599-6203-44F8-8C8D-80C706701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025A1A2-77CC-41BF-B5D2-8471985D73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技术与 Traits 入口卡片：引导进入核心业务页面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02ECE8-3755-48F3-AB94-F67D83C98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85C8C8-B3BA-42C3-9218-2B5C06DB2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4B4F5E-F250-4737-93A1-29AE0D7A0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最新新闻与合作 CTA：公司动态、研究进展、合作咨询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85A5980-49FD-4082-B281-75E8ACB0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95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D8E7F6-374C-46AD-A7BA-DC9A4DAA1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Home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48984F-7128-4497-B80E-E4C5F765A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FF3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F3E8"/>
                </a:solidFill>
                <a:latin typeface="Aptos"/>
                <a:ea typeface="Aptos"/>
                <a:cs typeface="Aptos"/>
              </a:rPr>
              <a:t>首页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592396-988F-4540-9A08-E8A60C8FF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2E2331-E371-4842-9A17-D15CBF8F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展示内容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3AD9ED5-E1AB-4045-B30D-526476D09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4A1EB14-ECFF-4A7B-BBEE-46011786E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29307108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43DF7B8-5391-490A-B9D1-3AAD5A6F6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75057E-569C-4B8C-876C-4922F491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1CBB5F-B9F6-4CD5-B6D4-1EF098B3A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132AB0-E40E-43AD-AFE4-9A8DCD4AC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1A8FD1-9680-4EF3-B34C-2C2AB62CA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A2995-6245-4A9C-83DF-C7845F72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849640-84F5-4B86-BE9B-03AF02054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92E4D5-5AD4-4862-9B94-CC14B70B8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MENU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74C14D-1570-4696-B4DE-B8CA7F476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About Us / 关于我们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1A6D91-7018-4096-BB61-B3381BF42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介绍公司定位、发展历程、全球布局和资质认可。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F71E0-C006-41CA-B5EB-5E030E9A2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33D2976-CE03-46B6-B7D7-2E73C4C5D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1BD050-A4FB-4E09-A552-7DD71CB4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4D6A74-59B9-4BAC-8F8E-D44BB8B8E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公司介绍：QBD 定位、使命、可持续农业与基因编辑方向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7DDAD68-4FF3-4520-BE0C-1BF589D29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8CF788-D21F-4B19-9500-6F48123A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34AC20B-A0EC-476D-B30B-07591B83C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愿景 / 使命 / 价值观：Our Vision、Our Mission、Our Values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511FFDD-7B69-48CF-B4C6-FD06D212F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F6CF9E-D62C-4274-A769-DEE69A64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D069E28-0837-4D03-9D09-839AF0AA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发展历程：创立、平台建立、证书获得、多作物系统拓展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F7ADF4-EDE1-4610-AC9B-7C8AB7F4A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C979B7-CEE8-4B9C-A2D3-559EC7BAA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F2C04F-77CD-4C8B-BA82-978BD9CFC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公司实力数据：作物系统、证书、科学家与专家、专利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80DE03-FD82-4D57-9DA1-6E051FAA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53EFE42-0946-4EC7-BE8A-4ECC27F8A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943DC1-DA34-4731-BA7F-A5094FA6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全球足迹与法规认可：地图展示、合作数量、多国证书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F38A30-AC15-4807-AF26-743B5B3BCD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95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3FC85-F6DD-4B22-B0FE-E58590330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About 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139428C-280D-4522-86BD-B33E09FDA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FF3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F3E8"/>
                </a:solidFill>
                <a:latin typeface="Aptos"/>
                <a:ea typeface="Aptos"/>
                <a:cs typeface="Aptos"/>
              </a:rPr>
              <a:t>关于我们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036E1B4-CCB5-49EA-9AE7-B85DFA82C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FA89E6-0566-48A8-8B28-D6003C422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展示内容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314EC9-77B6-4D82-9722-703F02A64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26EC7D-1511-45AB-9813-BBB2DA089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46050667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9CF1D3-53CB-4660-BBFA-696E1DDAF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45B4CD-FDEB-4FFC-871D-24F1ED6EC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E7957-18BB-4F92-AC96-2E7FFCA0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85BA08-435D-4870-957C-BF7467BCE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393D52-893E-4CBC-96BB-8CFFA94B6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2544A53-5DC5-4BFC-A1A6-92FF06F73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E45636-73BE-4CBE-A695-412570E4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DE29EA-2E33-4FBC-A7F5-62760141B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MENU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CA069A-B5FB-4E7C-BD9E-A72D8BF9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Technology / 技术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CDA9C8-3E26-4F6B-ACAC-FEA2C22C3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展示 QBD 的核心技术平台和研发能力。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86786B-B828-488F-85D4-F11433D10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31CC4D-4D54-4FAE-BAF5-E89F9F702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17105B-6A85-4C1B-AAEF-2FAF39795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4581FF-9FFF-4C4C-BD1B-ED75A8D9F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技术平台总览：基因编辑、转化技术、作物改良解决方案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BEB26E-84E9-4B0F-85A8-8E33D46A9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C823121-6A74-461C-BFA9-81514F554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FB04862-80C2-4F82-901D-89D2180A6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平台分类筛选：All Platforms、Genome Editing、Transformation 等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69984-81EC-48AF-A094-D062C04D4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EE0F4C-BE81-4578-98AF-02C370BB4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9F749EF-74B5-459E-A925-F51071A67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核心平台卡片：CRISPR/Cas、Base Editing、Prime Editing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67073E-0997-487A-94DD-028936666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E5424A5-C2C2-4673-B014-DFD6400C4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4CBACE-F018-4060-8348-C187A97F2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转化与筛选能力：Transformation、Regeneration、Screening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1142DDC-AB4E-4D0E-A63B-57FBC33BC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A6CCC36-E24C-4E26-9BC8-046817EF6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73842C5-D672-4310-BA4C-1D48029B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技术实力数据与合作入口：平台数量、作物覆盖、项目、专利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5650322-A08D-48FE-869B-2CAD77EEF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95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FA662AB-CF8B-4E3B-A40C-5253951DD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Technology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0BB59-2D03-48C2-9CA2-07CCBB68C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FF3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F3E8"/>
                </a:solidFill>
                <a:latin typeface="Aptos"/>
                <a:ea typeface="Aptos"/>
                <a:cs typeface="Aptos"/>
              </a:rPr>
              <a:t>技术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DFBF412-E6E4-407C-B211-1E8A16127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25C232F-9DA8-4A6D-8BC1-0BC3C5905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展示内容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712A9BF-8456-489C-BD36-4CD5F23AA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2B71DB6-3235-4C5C-AFF3-102AFDC5A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49961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2C3C0B3-AD65-42AC-A314-B1DEB7CA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97FB21-F470-4C9F-80A1-CF047A891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C0B0E8-24D1-4CD1-AFE0-092888EE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CF7917-2102-4FF9-8587-3F198EE2B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1B38ED-6752-442A-86F9-19DFACC9D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574B51-A72C-4A90-93C8-75FC7F0E8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1B4C70-B471-4798-AFA6-FF379C594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401E692-16E7-47A3-BC79-44681D3B7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MENU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8A63F4-254A-4413-B8F9-B1FC3483E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Traits / 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136AE22-1BA5-43F1-A6F1-98CB2453E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展示作物性状开发方向、作物分类和管线阶段。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1AF00-E085-4CD4-8D93-7AC7F0681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ACF58F-09DD-4D34-8296-8240B0C23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9B2BD9-2D29-47E4-8882-39BDA6E37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C7C932B-AAF6-4575-87EE-7DC4C52D9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Traits 总览：高产、抗逆、品质提升、可持续解决方案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A5B2C12-794F-4CF3-9991-13C9C5C44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A5DF2E-40F8-41CE-9DD3-783C64F49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6B57C0-4620-4026-BCF6-CC1CD4C91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作物分类：Soybean、Rice、Wheat、Corn、Other Crops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FBF5CE-2CA3-4D3A-AB08-BB427F82B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C26E39C-BA09-4E68-BFB7-3AFD59CA2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23A12-D11E-42A0-AC4B-54C8F6829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性状管线：High Oleic Acid、Disease Resistance、Drought Tolerance 等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E55E625-8225-4D19-B369-700A910A9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54870C-4D01-4A80-8895-E6188BCD1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0342037-49F6-43C4-87F7-A2C0ACF6D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管线阶段：Commercial、Field Trial、Development、Early Research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6BBE054-F446-43C5-9D11-F5B5CD1E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8C636FD-9765-48A6-BB70-18FE7E63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28845BF-281E-465F-AB98-647D2038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研发优势与合作入口：科学驱动、田间验证、全球影响、协作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BA65C5-D41A-4AC4-98CF-970720150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95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6C5F5F-B052-4746-9CFC-1AD09241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Traits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A2394A4-27A9-46EE-BDC9-34F998BF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FF3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F3E8"/>
                </a:solidFill>
                <a:latin typeface="Aptos"/>
                <a:ea typeface="Aptos"/>
                <a:cs typeface="Aptos"/>
              </a:rPr>
              <a:t>特征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256BF52-8D3A-42B1-9DFC-C37033F51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CFC7990-CFC3-48AC-9171-8DAF3E4C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展示内容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1EDE40C-4769-4135-9B28-AAB29CC5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0836541-E9F8-4F84-8E37-6B1C4348D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78148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6F0605-0C12-4BBF-BB38-C487E2CB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2F9FB-6F68-48EC-8F65-42FCE1049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9CAC0-133D-47D6-BDA6-FB172836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CCDE36-EB27-4878-9424-10354C4D3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AA10AD4-BA48-40F5-A6BC-3DA8B361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5AA0DC-7B92-4BEF-AB92-FE5A11236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D14E022-B363-49A3-B4B0-57A804AD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905520-7090-4678-B77F-252321370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MENU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F1D82-2CB8-43E0-AEF7-B998E5F87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Founding Team / 创始团队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D7D64E-4498-47FB-91C1-4CA219434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展示 QBD 核心科学家与管理团队背景。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737DE2-788B-477F-9392-A30BE4C2B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7A21E2-DB59-4555-B3CF-95A2F6E0F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5727C2-6CD1-422F-9322-72C35EB7A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54EA74-603B-4A2D-B2AE-E5754D3B1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团队介绍：世界级科学家、植物遗传、生物技术、作物改良经验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984A4F-666B-4DCC-B867-F4306902A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83698B-0419-44AE-AB3E-28055F0F9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27F97AC-FA9A-43C8-A203-60C04D3C8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创始人卡片：人像、姓名、职位、LinkedIn 入口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8E70C-E6AD-461E-A340-1CB1D52CA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331092A-7CC0-4ACC-90E8-87B18C2F8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BCC9BF-ED2B-4DD2-B502-F7E8F26A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Research Focus：每位创始人的研究方向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3CABEB-CEFE-45F3-8C5F-A9BFAE30C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B66D1B-ACB6-40DB-A663-DF02AFFE5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7E17EEA-85AB-4D8B-B2E3-91D072870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Key Achievements：论文、专利、产业化、团队管理与合作成果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4A91F5-1653-4305-9F24-8CFE68DA4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62E8A85-E671-4F49-A088-88AB1154A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3D94E3-1B6F-4982-B529-F2BA868AD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团队综合优势：Scientific Expertise、Track Record、Leadership、Global Impact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6EC8CA0-82D9-4E9B-AC78-AA5FA2723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95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578F3E-E4FE-4CA6-8B39-C8B338C0D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Founding Team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3CE223D-72CA-4CE5-9ABB-A06638988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FF3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F3E8"/>
                </a:solidFill>
                <a:latin typeface="Aptos"/>
                <a:ea typeface="Aptos"/>
                <a:cs typeface="Aptos"/>
              </a:rPr>
              <a:t>创始团队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04CAF93-D374-420C-86C1-5D699796E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D20CC2F-F06D-4130-A526-D9547733A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展示内容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AD9ECA6-F86F-400F-9B71-AEB43CEC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9BAEC5-CFAB-438F-AD11-9B2D6C7AD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8132245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E041AD3-0C8F-4BB2-B06C-F408351F3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9F35CE-3F84-4FB5-B18E-5D13EFD1A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27889-448B-4F92-8F11-E9A79745C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81FD27-BD3E-4BD4-834B-8488A7EB7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0736E4C-F6C8-4D6B-85DA-F552CC28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09D7B-EA63-497C-97C8-9E2A36CB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B96CA-1F5D-4E5E-B1FD-F2398ED1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740147-596B-4277-8E0A-8FA24FB6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MENU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AE2EDF-74E7-4FCA-BD4C-1782437C9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News &amp; Research / 新闻与研究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7C355-9456-48C8-970D-BDE08F641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展示公司动态、研究进展、战略方向和新闻详情内容。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14D6E6-412E-4022-8DBB-9B87AA880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B7D71-5C21-4B0D-A00F-DE47A60CB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9D5407-30FE-466A-8AB8-6A8C7C7B8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37AADD-35EA-4AF5-A996-3C10B6E5B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新闻与研究总览：基因创新、农业转化、科研与商业动态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E77AFBE-3B13-40E0-BBEE-C1E1F87A4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8E1AC0-FCB8-49B1-934D-2C9CE3CF7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10477C-D931-41E0-985F-C027BE38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Latest News：公司新闻、研究更新、商业合作、法规审批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9BA78-5BE5-494D-92E5-3EFE8EDB7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970474-BE7E-4CF2-B326-4BDB7DA34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862B70-F6E8-41D5-BC24-6257FD92C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Research Highlights：编辑平台优化、转化技术、性状开发、生物安全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9C38E-0891-4C6E-95EA-4E6FA4381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2B6A539-D14A-437B-91E1-B8866C49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D93EE3-2B7F-4C25-894B-07A84ADA9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Strategic Focus Areas：精准编辑、可持续农业、法规卓越、全球合作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0F228F7-A011-4F1F-A405-9DA22E28F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B429824-3097-45FE-BDBF-7E0B25270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554F23A-7C8B-49BE-B411-DE2069BC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新闻详情页：文章信息、分享入口、正文、相关新闻、相关技术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BB5A76-88F0-4E59-8E94-3D358995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95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CE61F86-9175-423E-9CF7-22271E76F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News &amp; Research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AA8A102-5F3C-4622-9E1C-046A2AD58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FF3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F3E8"/>
                </a:solidFill>
                <a:latin typeface="Aptos"/>
                <a:ea typeface="Aptos"/>
                <a:cs typeface="Aptos"/>
              </a:rPr>
              <a:t>新闻与研究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D6EE936-5C9B-4487-B72B-F97E3B420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BFA6A65-3613-4396-BEE8-B2561F2F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展示内容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F4B584-6130-4001-A71D-8870C1AE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E2DD65-950B-4B27-89F8-13F61E31C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336688769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4DD6557-EE72-4317-B1D6-121F7394B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BCA08-4B4E-49A1-9AF0-949989D3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ECEF9F-098E-44EB-8D54-C536C3996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904875"/>
            <a:ext cx="12192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DE8E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8F778-520A-4C31-A2D4-E0BC92234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-12382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6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E5CBFB4-FD54-44CD-9139-6D3B273DE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495300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1F8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39114A-DEDC-447A-AADE-733B7961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14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07A3D"/>
                </a:solidFill>
                <a:latin typeface="Aptos Display"/>
                <a:ea typeface="Aptos Display"/>
                <a:cs typeface="Aptos Display"/>
              </a:rPr>
              <a:t>QBD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B63853-9309-48F8-AE5F-F6A6FCE8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47675"/>
            <a:ext cx="1238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GENOME</a:t>
            </a:r>
          </a:p>
          <a:p xmlns:a="http://schemas.openxmlformats.org/drawingml/2006/main">
            <a:pPr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ENGINEERING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DD2D3A-91DE-44D4-89DE-DD471405A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01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MENU CONTENT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BA79FE-87E4-4F58-B5B2-39887F42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85900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0172F"/>
                </a:solidFill>
                <a:latin typeface="Aptos Display"/>
                <a:ea typeface="Aptos Display"/>
                <a:cs typeface="Aptos Display"/>
              </a:rPr>
              <a:t>Contact Us / 联系我们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D5905-61FC-4051-A502-A41C30CF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6096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1575">
                <a:solidFill>
                  <a:srgbClr val="647084"/>
                </a:solidFill>
                <a:latin typeface="Aptos"/>
                <a:ea typeface="Aptos"/>
                <a:cs typeface="Aptos"/>
              </a:rPr>
              <a:t>提供联系方式、办公地点、表单和合作咨询入口。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D6591A-7317-4AEA-B4FE-E1462B94D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76550"/>
            <a:ext cx="723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8E3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33FE95-7A24-484A-8C57-F456DD601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1623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DD737E-A12B-49E8-A36F-2CBB68796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004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3EA4F5-7CE7-4279-9881-6F07BC912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1242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联系方式总览：邮箱、电话、合作咨询说明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5EAE18-5381-4044-B331-8CC4014E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DA1434-0313-4E05-BCD0-D1120C40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48F8DC-CE8F-4519-9928-EA58D4633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195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办公室信息：Shanghai、St. Louis、Singapore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294F25-D001-4FDC-867B-F04D4E0AE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529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B327035-24D9-4454-9685-903C13BC9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910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0CA8B1-2C98-4EA1-AE52-B40238939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148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联系表单：姓名、邮箱、公司、电话、主题、留言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9AE981-C391-45DE-AE15-1C0FEB132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482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56D429-07BA-45DC-A296-0C1A73351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863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4CCFB6-93E0-492F-B86A-46F39D031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6101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地图位置：总部位置、地址、办公时间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20EEC6-B784-4E63-BD2F-C6A31E0E1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1435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8F4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00D7B5-EACF-465E-A22C-0B0ACCBAC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81600"/>
            <a:ext cx="1714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A6CE6F2-85DF-4429-B550-90A6FB4E8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105400"/>
            <a:ext cx="590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293244"/>
                </a:solidFill>
                <a:latin typeface="Aptos"/>
                <a:ea typeface="Aptos"/>
                <a:cs typeface="Aptos"/>
              </a:defRPr>
            </a:pPr>
            <a:r>
              <a:rPr sz="1425">
                <a:solidFill>
                  <a:srgbClr val="293244"/>
                </a:solidFill>
                <a:latin typeface="Aptos"/>
                <a:ea typeface="Aptos"/>
                <a:cs typeface="Aptos"/>
              </a:rPr>
              <a:t>全站能力：中英文切换、PC / 平板 / 移动端响应式、统一页脚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C2DE028-345C-4F5A-AC85-E1F7073CD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876550"/>
            <a:ext cx="28956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007A3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646B2F0-0F26-49B1-B179-3E30DCD1E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352800"/>
            <a:ext cx="219075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Contact Us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F280238-D9A8-445F-BE5F-3F0F594512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943350"/>
            <a:ext cx="2190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FF3E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FF3E8"/>
                </a:solidFill>
                <a:latin typeface="Aptos"/>
                <a:ea typeface="Aptos"/>
                <a:cs typeface="Aptos"/>
              </a:rPr>
              <a:t>联系我们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39BDDC-CAE1-46ED-B446-9C78750B2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552950"/>
            <a:ext cx="4381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555D931-36FF-436C-B4C1-27DEE1269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4876800"/>
            <a:ext cx="1905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展示内容</a:t>
            </a:r>
          </a:p>
          <a:p xmlns:a="http://schemas.openxmlformats.org/drawingml/2006/main">
            <a:pPr>
              <a:defRPr sz="18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8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Overview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2541FB3-3CBF-4C02-8E84-13391DEE6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00">
                <a:solidFill>
                  <a:srgbClr val="647084"/>
                </a:solidFill>
                <a:latin typeface="Aptos"/>
                <a:ea typeface="Aptos"/>
                <a:cs typeface="Aptos"/>
              </a:defRPr>
            </a:pPr>
            <a:r>
              <a:rPr sz="900">
                <a:solidFill>
                  <a:srgbClr val="647084"/>
                </a:solidFill>
                <a:latin typeface="Aptos"/>
                <a:ea typeface="Aptos"/>
                <a:cs typeface="Aptos"/>
              </a:rPr>
              <a:t>QBD Website IA Overview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85380D-2DCF-4AA6-971E-67115837A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362700"/>
            <a:ext cx="533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007A3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07A3D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0956362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2026-06-18T07:20:02.2750000Z</dcterms:created>
  <dcterms:modified xsi:type="dcterms:W3CDTF">2026-06-18T07:20:02.2750000Z</dcterms:modified>
</coreProperties>
</file>